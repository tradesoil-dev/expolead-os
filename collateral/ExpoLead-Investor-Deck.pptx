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45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97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65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4652" y="457200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65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98932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65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4652" y="598932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65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822960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conversations,</a:t>
            </a:r>
            <a:endParaRPr lang="en-US" sz="4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into revenue.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exhibition lead workflow that works alongside any CRM — with zero setup.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Gladwin Gerald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Founder  ·  ExpoLead OS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 DISCOVERED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go to trade shows, collect a stack of leads, </a:t>
            </a: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almost none get followed up.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73152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saw firsthand.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exporter comes home from a show with a booth full of business cards and a phone full of photos. Days pass. The context fades, who wanted what, who was serious. A handful get an email. The rest quietly die in a spreadsheet or a drawer.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886200"/>
            <a:ext cx="3535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have a shelf life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booth conversation is worth most in the first 72 hours. Manual follow-up almost never happens that fast.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12920" y="3886200"/>
            <a:ext cx="3535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41520" y="452628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lives in one head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41520" y="502920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Quantities, samples promised, who to chase — it is remembered, not recorded. When it fades, the lead is dead.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2920" y="3886200"/>
            <a:ext cx="3535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5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1520" y="452628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repeats every single show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1520" y="502920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exporter, same city, same booths, year after year — with no memory of who they already met.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  ·  Investor briefing  · 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TOOLS FAIL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exporters already have make this worse, not better.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05200" cy="39776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05200" cy="8229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2011680"/>
            <a:ext cx="2993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cards &amp; spreadsheets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29931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memory between shows</a:t>
            </a:r>
            <a:endParaRPr lang="en-US" sz="12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 prompts</a:t>
            </a:r>
            <a:endParaRPr lang="en-US" sz="12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within days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5074920"/>
            <a:ext cx="2993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default. Where leads go to die.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8160" y="1737360"/>
            <a:ext cx="3505200" cy="39776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28160" y="1737360"/>
            <a:ext cx="3505200" cy="8229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84192" y="2011680"/>
            <a:ext cx="2993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CRM (HubSpot / Pipedrive)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4192" y="2788920"/>
            <a:ext cx="29931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offices, not booths (not for expos)</a:t>
            </a:r>
            <a:endParaRPr lang="en-US" sz="12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setup &amp; config nobody does</a:t>
            </a:r>
            <a:endParaRPr lang="en-US" sz="12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heavy to use at a stand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84192" y="5074920"/>
            <a:ext cx="2993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the wrong shape for a trade floor.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3400" y="1737360"/>
            <a:ext cx="3505200" cy="3977640"/>
          </a:xfrm>
          <a:prstGeom prst="roundRect">
            <a:avLst>
              <a:gd name="adj" fmla="val 2609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53400" y="1737360"/>
            <a:ext cx="3505200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09432" y="2011680"/>
            <a:ext cx="2993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09432" y="2788920"/>
            <a:ext cx="29931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 seconds at the booth</a:t>
            </a:r>
            <a:endParaRPr lang="en-US" sz="12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who you met, year to year</a:t>
            </a:r>
            <a:endParaRPr lang="en-US" sz="12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— opinionated by default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09432" y="5074920"/>
            <a:ext cx="2993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the exhibition moment.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wedge: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replace the CRM. We win the one moment CRMs are worst at, the booth and hand clean data to whatever they already use.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  ·  Investor briefing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product, live today, </a:t>
            </a: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35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956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883664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 the booth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lead in seconds — company, what they want, quantity, next step. Built for a phone in a crowded hall.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2920" y="1737360"/>
            <a:ext cx="3535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41520" y="1956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0120" y="1883664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“Met before” memory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41520" y="2304288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log a company you met at a past show, it surfaces the history instantly. Nothing else on the market does this.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535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51520" y="1956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80120" y="1883664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library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51520" y="2304288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shows built in (CHINACOAT, ICIF, Taiwan trade fairs). Pick your show, work your leads against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76472"/>
            <a:ext cx="3535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9959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3922776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 by default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views, no dashboards to configure. Ease first, so the data actually gets entered.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2920" y="3776472"/>
            <a:ext cx="3535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41520" y="39959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0120" y="3922776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any CRM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41520" y="434340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clean, structured leads. We complement HubSpot / Pipedrive, we don’t fight them.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2920" y="3776472"/>
            <a:ext cx="3535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51520" y="39959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80120" y="3922776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&amp; priced to try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51520" y="4343400"/>
            <a:ext cx="307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trial, then Starter $29 / Growth $99. A path from first login to paying, with no sales call.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V1 is pilot-ready and running on production infrastructure. The product exists; the next chapter is demand.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  ·  Investor briefing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THAT SELLS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met </a:t>
            </a: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company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last year.”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exhibition is the same buyers, one year older. ExpoLead OS is the only tool that remembers, turning a cold re-introduction into a warm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6949440" cy="3063240"/>
          </a:xfrm>
          <a:prstGeom prst="roundRect">
            <a:avLst>
              <a:gd name="adj" fmla="val 29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 ·  CHINACOAT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Zhejiang Coatings Co.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 BEFORE  </a:t>
            </a: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ICIF 2025 · asked for 2 samples · never followed up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time: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units interest, price-sensitive, decision-maker on site.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walk up already knowing their history. That is the pitch.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by 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31912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they use it, the more history it holds — and the harder we are to leave.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1812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data moat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42428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memory is data a competitor can’t copy or buy.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4983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to renew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52943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grows every show cycle, not just in month one.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  ·  Investor briefing  ·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I’VE SPOKEN 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conversations with real exporters, </a:t>
            </a: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is in their own words.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10896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7C5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FILL FROM YOUR DISCOVERY TRACKER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35680" cy="1051560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57400" y="2121408"/>
            <a:ext cx="170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interviewed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2011680"/>
            <a:ext cx="3535680" cy="1051560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7240" y="21214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867400" y="2121408"/>
            <a:ext cx="170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this is a real, painful problem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2920" y="2011680"/>
            <a:ext cx="3535680" cy="1051560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97240" y="21214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677400" y="2121408"/>
            <a:ext cx="170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pilot / would pay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1115568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segment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3375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pain, in their words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0" y="3337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21608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216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Company — tea / food / chemicals / … 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372160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______________________________________________________ 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8320" y="37216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pilot / paid / warm 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379976"/>
            <a:ext cx="1115568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37997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Company — tea / food / chemicals / … 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437997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______________________________________________________ 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18320" y="43799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pilot / paid / warm 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5038344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50383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Company — tea / food / chemicals / … 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66160" y="503834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______________________________________________________ 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18320" y="50383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pilot / paid / warm ]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696712"/>
            <a:ext cx="1115568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6967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Company — tea / food / chemicals / … ]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66160" y="569671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______________________________________________________ 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418320" y="56967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pilot / paid / warm ]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even 8–12 named, quoted conversations from your tea / trade network beat a fabricated user count. This is your unfair advantage — no outside founder can source these.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  ·  Investor briefing  ·  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I’M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from the field and what I changed because of them.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78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2296" cy="1965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4869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want another CRM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69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pull is not “manage my pipeline.” It is “don’t let my booth conversations evaporate.” Confirms the alongside-any-CRM wedge.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0780" y="1691640"/>
            <a:ext cx="54178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40780" y="1691640"/>
            <a:ext cx="82296" cy="1965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0820" y="1947672"/>
            <a:ext cx="4869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beats price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0820" y="2468880"/>
            <a:ext cx="4869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 exporters, the deal-shaping number is how much, not the per-unit price. The capture flow is built around quantity.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54178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82296" cy="1965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187952"/>
            <a:ext cx="4869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is the whole game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869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takes setup, the data never gets entered. Opinionated defaults over configurable dashboards.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40780" y="3931920"/>
            <a:ext cx="5417820" cy="1965960"/>
          </a:xfrm>
          <a:prstGeom prst="roundRect">
            <a:avLst>
              <a:gd name="adj" fmla="val 465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40780" y="3931920"/>
            <a:ext cx="82296" cy="1965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60820" y="4187952"/>
            <a:ext cx="4869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5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surprise insight 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0820" y="4709160"/>
            <a:ext cx="4869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C5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a conversation taught you that you did NOT expect — and what you changed. Investors weight this most: it shows you listen and iterate.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0780" y="1417320"/>
            <a:ext cx="310896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40780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7C5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FILL FROM YOUR DISCOVERY TRACKER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  ·  Investor briefing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MAKES MONEY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SaaS, with a group-licensing unlock built for how exporters actually buy.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535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workflow, capped. Prove value before paying — no sales call.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2920" y="1920240"/>
            <a:ext cx="35356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87240" y="21031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87240" y="2487168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/ mo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87240" y="315468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solo exporter or small booth team. Unlocks export and higher caps.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2920" y="1920240"/>
            <a:ext cx="3535680" cy="2331720"/>
          </a:xfrm>
          <a:prstGeom prst="roundRect">
            <a:avLst>
              <a:gd name="adj" fmla="val 3922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97240" y="2103120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97240" y="2487168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 mo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97240" y="315468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exhibitors running multiple shows a year. The core revenue tier.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11155680" cy="1600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4526280"/>
            <a:ext cx="82296" cy="1600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unlock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don’t buy software one by one — they move through trade bodies. The plan is group-licensing via the Sri Lanka Tea Board and the Export Development Board: onboard a whole cohort of exporters at once, through an institution they already trust. One deal, many seats.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  ·  Investor briefing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EXTENDS BEYOND SRI LANKA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is the beachhead, </a:t>
            </a: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ceiling.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identical for any product exporter, anywhere. We start where I have unfair access, then follow the trade routes outward.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535680" cy="28803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535680" cy="8229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2395728"/>
            <a:ext cx="3023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Beachhead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2724912"/>
            <a:ext cx="3023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8952" y="3310128"/>
            <a:ext cx="3023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&amp; food exporters. Founder-owned network + Tea Board / EDB group-licensing. Win the reference base.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56888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12920" y="2194560"/>
            <a:ext cx="35356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2920" y="2194560"/>
            <a:ext cx="3535680" cy="8229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68952" y="2395728"/>
            <a:ext cx="3023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The shows they attend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68952" y="2724912"/>
            <a:ext cx="3023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&amp; Taiwan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8952" y="3310128"/>
            <a:ext cx="3023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exhibition library already carries CHINACOAT, ICIF and 10 Taiwan shows — the exact fairs SL exporters fly to. We follow our users abroad.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6888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22920" y="2194560"/>
            <a:ext cx="35356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22920" y="2194560"/>
            <a:ext cx="3535680" cy="8229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78952" y="2395728"/>
            <a:ext cx="3023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Any exhibition trade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8952" y="2724912"/>
            <a:ext cx="3023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global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78952" y="3310128"/>
            <a:ext cx="30236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Chemicals, apparel, machinery, food — same booth, same lost-lead problem, same wedge. The workflow travels; only the show list changes.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349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through-line: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(win the booth, no setup, feed any CRM) is geography-agnostic. What we build for a Colombo tea exporter is exactly what a São Paulo or Istanbul exporter needs.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ExpoLead OS  ·  Investor briefing  ·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65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4652" y="457200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65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98932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65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4652" y="598932"/>
            <a:ext cx="100584" cy="100584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65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411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built. The next chapter is proving pull, then scaling distribution.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35356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971800"/>
            <a:ext cx="302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3 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" y="3364992"/>
            <a:ext cx="3023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my network into signed pilots. Turn discovery into paying reference accounts.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2920" y="2788920"/>
            <a:ext cx="35356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68952" y="2971800"/>
            <a:ext cx="302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mo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8952" y="3364992"/>
            <a:ext cx="3023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first Tea Board / EDB group-licensing cohort. Prove multi-seat distribution.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2920" y="2788920"/>
            <a:ext cx="353568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78952" y="2971800"/>
            <a:ext cx="302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18 mo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78952" y="3364992"/>
            <a:ext cx="3023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users to China / Taiwan shows. Open the second geography off real usage.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75488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257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State exactly what you want from this person: a check of $___ to fund the pilot-to-paid push, an intro to Tea Board / EDB, or their read on the plan. Make it one clear, specific line. 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Gladwin Gerald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gladwin.p.gerald@gmail.com  ·  ExpoLead 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1505</Words>
  <Application>Microsoft Office PowerPoint</Application>
  <PresentationFormat>Widescreen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Gladwin Perera</cp:lastModifiedBy>
  <cp:revision>4</cp:revision>
  <dcterms:created xsi:type="dcterms:W3CDTF">2026-08-11T12:18:31Z</dcterms:created>
  <dcterms:modified xsi:type="dcterms:W3CDTF">2026-08-11T16:16:12Z</dcterms:modified>
</cp:coreProperties>
</file>